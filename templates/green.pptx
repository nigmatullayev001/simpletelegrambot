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9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8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63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334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110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849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885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290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6779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773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8951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464781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139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6015018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332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314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58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42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Аспект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Salohiddin</dc:creator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2025-09-09T17:04:26Z</dcterms:modified>
  <cp:category/>
</cp:coreProperties>
</file>