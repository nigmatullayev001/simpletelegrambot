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9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6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8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8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9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84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88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1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8391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0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0763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54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98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7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7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Аспект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Salohiddin</dc:creator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2025-09-09T17:04:15Z</dcterms:modified>
  <cp:category/>
</cp:coreProperties>
</file>