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8" d="100"/>
          <a:sy n="88" d="100"/>
        </p:scale>
        <p:origin x="466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476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15073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288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3440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69421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05324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05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96823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08176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163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36336604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37709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81536555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936901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64667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96024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  <a:lumOff val="1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623328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ru-RU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Аспект">
  <a:themeElements>
    <a:clrScheme name="Аспект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Аспект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Аспект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8C59B386-999D-4CB6-B907-9F3997C027C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5</TotalTime>
  <Words>0</Words>
  <Application>Microsoft Office PowerPoint</Application>
  <PresentationFormat>Широкоэкранный</PresentationFormat>
  <Paragraphs>0</Paragraphs>
  <Slides>1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</vt:i4>
      </vt:variant>
    </vt:vector>
  </HeadingPairs>
  <TitlesOfParts>
    <vt:vector size="5" baseType="lpstr">
      <vt:lpstr>Arial</vt:lpstr>
      <vt:lpstr>Trebuchet MS</vt:lpstr>
      <vt:lpstr>Wingdings 3</vt:lpstr>
      <vt:lpstr>Аспект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>Salohiddin</dc:creator>
  <cp:keywords/>
  <dc:description>generated using python-pptx</dc:description>
  <cp:lastModifiedBy>User</cp:lastModifiedBy>
  <cp:revision>3</cp:revision>
  <dcterms:created xsi:type="dcterms:W3CDTF">2013-01-27T09:14:16Z</dcterms:created>
  <dcterms:modified xsi:type="dcterms:W3CDTF">2025-09-09T17:03:36Z</dcterms:modified>
  <cp:category/>
</cp:coreProperties>
</file>