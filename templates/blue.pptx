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5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466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482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789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453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307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681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56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519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571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538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306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189317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934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721151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7775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7001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18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221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  <p:sldLayoutId id="2147483758" r:id="rId13"/>
    <p:sldLayoutId id="2147483759" r:id="rId14"/>
    <p:sldLayoutId id="2147483760" r:id="rId15"/>
    <p:sldLayoutId id="214748376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Trebuchet MS</vt:lpstr>
      <vt:lpstr>Wingdings 3</vt:lpstr>
      <vt:lpstr>Аспект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Salohiddin</dc:creator>
  <cp:keywords/>
  <dc:description>generated using python-pptx</dc:description>
  <cp:lastModifiedBy>User</cp:lastModifiedBy>
  <cp:revision>4</cp:revision>
  <dcterms:created xsi:type="dcterms:W3CDTF">2013-01-27T09:14:16Z</dcterms:created>
  <dcterms:modified xsi:type="dcterms:W3CDTF">2025-09-09T17:04:04Z</dcterms:modified>
  <cp:category/>
</cp:coreProperties>
</file>